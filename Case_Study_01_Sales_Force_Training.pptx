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Case Study 01: Sales Force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Nama: [Nama Anda]</a:t>
            </a:r>
          </a:p>
          <a:p>
            <a:r>
              <a:t>Tanggal: [Tanggal Presentasi]</a:t>
            </a:r>
          </a:p>
          <a:p>
            <a:r>
              <a:t>Kelas: [Nama Kelas]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Deskripsi Kasus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Perusahaan X ingin meningkatkan penjualan mereka.</a:t>
            </a:r>
          </a:p>
          <a:p>
            <a:r>
              <a:t>Rata-rata penjualan sebelumnya: $100 per transaksi.</a:t>
            </a:r>
          </a:p>
          <a:p>
            <a:r>
              <a:t>Setelah training sales, data terbaru diambil dari 25 transaksi.</a:t>
            </a:r>
          </a:p>
          <a:p>
            <a:r>
              <a:t>Tujuan: Mengevaluasi dampak training terhadap penjualan.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Analisis Statistik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Mean = 102.60</a:t>
            </a:r>
          </a:p>
          <a:p>
            <a:r>
              <a:t>Median = 100</a:t>
            </a:r>
          </a:p>
          <a:p>
            <a:r>
              <a:t>Mode = 100</a:t>
            </a:r>
          </a:p>
          <a:p>
            <a:r>
              <a:t>Standard Deviation = 31.18</a:t>
            </a:r>
          </a:p>
          <a:p>
            <a:r>
              <a:t>Variance = 972.24</a:t>
            </a:r>
          </a:p>
          <a:p>
            <a:r>
              <a:t>Range = 100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Uji Hipotesis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H₀: Tidak ada peningkatan signifikan pada penjualan setelah training (μ = 100)</a:t>
            </a:r>
          </a:p>
          <a:p>
            <a:r>
              <a:t>H₁: Ada peningkatan signifikan pada penjualan setelah training (μ &gt; 100)</a:t>
            </a:r>
          </a:p>
          <a:p/>
          <a:p>
            <a:r>
              <a:t>T-Test (α = 0.05)</a:t>
            </a:r>
          </a:p>
          <a:p>
            <a:r>
              <a:t>T-statistic = 0.409</a:t>
            </a:r>
          </a:p>
          <a:p>
            <a:r>
              <a:t>P-value = 0.687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Kesimpulan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Hasil uji menunjukkan P-value = 0.687 &gt; 0.05.</a:t>
            </a:r>
          </a:p>
          <a:p>
            <a:r>
              <a:t>Tidak terdapat perubahan signifikan pada rata-rata penjualan setelah training.</a:t>
            </a:r>
          </a:p>
          <a:p/>
          <a:p>
            <a:r>
              <a:t>Kesimpulan: Training belum memberikan dampak nyata terhadap penjualan.</a:t>
            </a:r>
          </a:p>
          <a:p>
            <a:r>
              <a:t>Rekomendasi: Evaluasi ulang metode dan materi training.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